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YPNEXIS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HYPNEXIS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HYPNEXIS_SECTIO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INNOVATE / CREATE</a:t>
            </a:r>
            <a:endParaRPr lang="en-US" sz="1200" dirty="0"/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u39i29xk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Knowledge Base - Topic-Augmented Knowledge Graph Builder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mac/drawingml/2011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Knowledge Base - Topic-Augmented Knowledge Graph Builder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trapped in long PDFs and scattered notes.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misses relationships between topics, entities, and evidence.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fast answers they can trace back to source passages.</a:t>
            </a:r>
            <a:endParaRPr lang="en-US" sz="1400" dirty="0"/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PDFs/text and extract chunks, topics, entities, and relationships.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ChromaDB retrieval with a local JSON graph; Neo4j is optional.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grounded answers, citations, source excerpts, and graph evidence.</a:t>
            </a:r>
            <a:endParaRPr lang="en-US" sz="1400" dirty="0"/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Image placeholder text"/>
          <p:cNvSpPr txBox="1"/>
          <p:nvPr/>
        </p:nvSpPr>
        <p:spPr>
          <a:xfrm>
            <a:off x="6245352" y="46177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 -&gt;  EXTRACT  -&gt;  INDEX  -&gt;  EXPLAIN
Local Ollama + citations + graph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mac/drawingml/2011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Arch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PDF/text -&gt; parse and chunk documents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or Ollama extraction -&gt; topics, entities, relationships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vectors + JSON graph; optional Neo4j synchronization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-&gt; retrieve evidence -&gt; grounded answer + citations</a:t>
            </a:r>
            <a:endParaRPr lang="en-US" sz="1400" dirty="0"/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/ Pydantic / React / Vite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sentence-transformers embeddings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LLM, optional Neo4j, D3 graph canvas</a:t>
            </a:r>
            <a:endParaRPr lang="en-US" sz="1400" dirty="0"/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answers with validated citation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heuristic and extractive fallbacks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graph context in one explainable 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mac/drawingml/2011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workspace with document list and processing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answer shows route, confidence, citations, and highlighted excerpts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 highlights the nodes and relationships used</a:t>
            </a:r>
            <a:endParaRPr lang="en-US" sz="1400" dirty="0"/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 and inspect extracted documents</a:t>
            </a:r>
            <a:endParaRPr lang="en-US" sz="1400" dirty="0"/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factual or thematic question</a:t>
            </a:r>
            <a:endParaRPr lang="en-US" sz="1400" dirty="0"/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answer to chunks and graph paths</a:t>
            </a:r>
            <a:endParaRPr lang="en-US" sz="1400" dirty="0"/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complex documents feel navigable: every answer should be understandable, traceable, and one click away from its evidence.</a:t>
            </a:r>
            <a:endParaRPr lang="en-US" sz="1400" dirty="0"/>
          </a:p>
        </p:txBody>
      </p:sp>
      <p:sp>
        <p:nvSpPr>
          <p:cNvPr id="21" name="Wireframe placeholder"/>
          <p:cNvSpPr txBox="1"/>
          <p:nvPr/>
        </p:nvSpPr>
        <p:spPr>
          <a:xfrm>
            <a:off x="8348472" y="42062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workspace
Documents  |  Chat  |  Graph
See evidence, not just an answer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mac/drawingml/2011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commodity laptop with Python, Node, and local 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components are already integrated and tested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adapters support future vector, graph, and model upgrades</a:t>
            </a:r>
            <a:endParaRPr lang="en-US" sz="1400" dirty="0"/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runs locally; no paid API is required with Ollama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keeps pilot and maintenance costs 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SaaS or enterprise connectors can fund scaling</a:t>
            </a:r>
            <a:endParaRPr lang="en-US" sz="1400" dirty="0"/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FastAPI + Vite deployment; JSON fallback keeps demos resilient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model availability, vector failures, and graph service downtime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retries, caching, fallbacks, health status, and logs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mac/drawingml/2011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Researchers, students, and teams find answers faster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improve trust and reduce verification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interface helps non-technical users navigate knowledge</a:t>
            </a:r>
            <a:endParaRPr lang="en-US" sz="1400" dirty="0"/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retrieval reduces repeated cloud calls for the same documents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caching avoids redundant extraction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knowledge reduces duplicated manual analysis</a:t>
            </a:r>
            <a:endParaRPr lang="en-US" sz="1400" dirty="0"/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combines vector search, graph context, and citations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support enables private local inference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 keep the product usable during failures</a:t>
            </a:r>
            <a:endParaRPr lang="en-US" sz="1400" dirty="0"/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relationships in technical material visible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evidence-based learning and research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AI/ML system design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mac/drawingml/2011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students working with technical PDFs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teams, analysts, and knowledge managers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seeking private document intelligence</a:t>
            </a:r>
            <a:endParaRPr lang="en-US" sz="1400" dirty="0"/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free or low-cost deployment for teams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per workspace, document, or seat-based plans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connectors, governance, analytics, and support</a:t>
            </a:r>
            <a:endParaRPr lang="en-US" sz="1400" dirty="0"/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connectors for drives, wikis, and databases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domain-specific models and shared workspaces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fallback components open for community adoption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mac/drawingml/2011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Pydantic, React, Vite, and D3.js documentation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and sentence-transformers for local vector retrieval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OpenAI-compatible API for local structured generation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Python driver and graph model for optional persistence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validation: upload -&gt; query -&gt; citations -&gt; fallback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Nothing  |  u39i29xk  |  IntelliGraph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AN / IMPACT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PptxGenJS</cp:lastModifiedBy>
  <cp:revision>1</cp:revision>
  <dcterms:created xsi:type="dcterms:W3CDTF">2026-10-24T10:35:26Z</dcterms:created>
  <dcterms:modified xsi:type="dcterms:W3CDTF">2026-10-24T10:35:26Z</dcterms:modified>
</cp:coreProperties>
</file>